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Plataforma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Upload seguro de CSV/BIN, ETL e dashboard Streamlit</a:t>
            </a:r>
          </a:p>
          <a:p>
            <a:pPr>
              <a:defRPr sz="2400"/>
            </a:pPr>
            <a:r>
              <a:t>Objetivo: acelerar análises de vendas para time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Camada UI: Streamlit em app.py com autenticação</a:t>
            </a:r>
          </a:p>
          <a:p>
            <a:pPr>
              <a:defRPr sz="2400"/>
            </a:pPr>
            <a:r>
              <a:t>Motor ETL: etl.py + etl_batch/etl_core.py (QuantumBinaryParser)</a:t>
            </a:r>
          </a:p>
          <a:p>
            <a:pPr>
              <a:defRPr sz="2400"/>
            </a:pPr>
            <a:r>
              <a:t>Segurança &amp; auditoria: security.py, users.py, logging centralizado</a:t>
            </a:r>
          </a:p>
          <a:p>
            <a:pPr>
              <a:defRPr sz="2400"/>
            </a:pPr>
            <a:r>
              <a:t>Infra: Docker, systemd, scripts deploy/run-caddy-on-host.sh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 Chave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Linguagem: Python 3.11 + bibliotecas pandas/numpy</a:t>
            </a:r>
          </a:p>
          <a:p>
            <a:pPr>
              <a:defRPr sz="2400"/>
            </a:pPr>
            <a:r>
              <a:t>Interface: Streamlit + CSS personalizado (tema Matrix)</a:t>
            </a:r>
          </a:p>
          <a:p>
            <a:pPr>
              <a:defRPr sz="2400"/>
            </a:pPr>
            <a:r>
              <a:t>Automação: Bash scripts, Dockerfile, integrações utils/mailer.py</a:t>
            </a:r>
          </a:p>
          <a:p>
            <a:pPr>
              <a:defRPr sz="2400"/>
            </a:pPr>
            <a:r>
              <a:t>Documentação: python-pptx, Markdown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Fluxo Operacional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Login -&gt; Upload de CSV/BIN -&gt; pré-visualização</a:t>
            </a:r>
          </a:p>
          <a:p>
            <a:pPr>
              <a:defRPr sz="2400"/>
            </a:pPr>
            <a:r>
              <a:t>Limpeza e validação (clean_product_df/date_df)</a:t>
            </a:r>
          </a:p>
          <a:p>
            <a:pPr>
              <a:defRPr sz="2400"/>
            </a:pPr>
            <a:r>
              <a:t>Agregação (produto_agg, categoria_agg, daily)</a:t>
            </a:r>
          </a:p>
          <a:p>
            <a:pPr>
              <a:defRPr sz="2400"/>
            </a:pPr>
            <a:r>
              <a:t>Download de relatórios + armazenamento em streamlit_output/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Feedbacks e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Adicionar testes automatizados do ETL</a:t>
            </a:r>
          </a:p>
          <a:p>
            <a:pPr>
              <a:defRPr sz="2400"/>
            </a:pPr>
            <a:r>
              <a:t>Habilitar MFA com utils/sms.py</a:t>
            </a:r>
          </a:p>
          <a:p>
            <a:pPr>
              <a:defRPr sz="2400"/>
            </a:pPr>
            <a:r>
              <a:t>Centralizar logs e monitoria dos jobs</a:t>
            </a:r>
          </a:p>
          <a:p>
            <a:pPr>
              <a:defRPr sz="2400"/>
            </a:pPr>
            <a:r>
              <a:t>Documentar dicionário de dados dos arquivos BIN/CSV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